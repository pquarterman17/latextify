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Default Extension="xlsx" ContentType="application/vnd.openxmlformats-officedocument.spreadsheetml.sheet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mention that the third replicate failed.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Perfectly Ordinary Results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Visible content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-4000000" y="914400"/>
            <a:ext cx="2743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Reviewer 2 is wrong and I will die on this hill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4572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Unblinded patient identifiers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4242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>Institute of Very Secret Research</Company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INTERNAL DRAFT - do not circulate</dc:title>
  <dc:subject/>
  <dc:creator>Dr Testy McTestface</dc:creator>
  <cp:keywords/>
  <dc:description>generated using python-pptx</dc:description>
  <cp:lastModifiedBy>reviewer-laptop</cp:lastModifiedBy>
  <cp:revision>1</cp:revision>
  <dcterms:created xsi:type="dcterms:W3CDTF">2013-01-27T09:14:16Z</dcterms:created>
  <dcterms:modified xsi:type="dcterms:W3CDTF">2013-01-27T09:15:58Z</dcterms:modified>
  <cp:category/>
</cp:coreProperties>
</file>