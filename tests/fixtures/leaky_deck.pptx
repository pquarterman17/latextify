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mention that the third replicate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Perfectly Ordinary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Visible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40000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Reviewer 2 is wrong and I will die on this hill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Unblinded patient identifiers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4242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Institute of Very Secret Research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DRAFT - do not circulate</dc:title>
  <dc:subject/>
  <dc:creator>Dr Testy McTestface</dc:creator>
  <cp:keywords/>
  <dc:description>generated using python-pptx</dc:description>
  <cp:lastModifiedBy>reviewer-laptop</cp:lastModifiedBy>
  <cp:revision>1</cp:revision>
  <dcterms:created xsi:type="dcterms:W3CDTF">2013-01-27T09:14:16Z</dcterms:created>
  <dcterms:modified xsi:type="dcterms:W3CDTF">2013-01-27T09:15:58Z</dcterms:modified>
  <cp:category/>
</cp:coreProperties>
</file>